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79f9f6e2645a2" /><Relationship Type="http://schemas.openxmlformats.org/officeDocument/2006/relationships/extended-properties" Target="/docProps/app.xml" Id="R3967e53e767f4600" /><Relationship Type="http://schemas.openxmlformats.org/officeDocument/2006/relationships/officeDocument" Target="/ppt/presentation.xml" Id="R310b54b25515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8d9ae952b4d70"/>
  </p:sldMasterIdLst>
  <p:notesMasterIdLst>
    <p:notesMasterId xmlns:r="http://schemas.openxmlformats.org/officeDocument/2006/relationships" r:id="R0e1ac5635b664d9f"/>
  </p:notesMasterIdLst>
  <p:sldIdLst>
    <p:sldId xmlns:r="http://schemas.openxmlformats.org/officeDocument/2006/relationships" id="256" r:id="Rd9b94a43c84f4fcc"/>
    <p:sldId xmlns:r="http://schemas.openxmlformats.org/officeDocument/2006/relationships" id="257" r:id="R462269f959e64edf"/>
    <p:sldId xmlns:r="http://schemas.openxmlformats.org/officeDocument/2006/relationships" id="258" r:id="Ra3cd9e8819e64d29"/>
    <p:sldId xmlns:r="http://schemas.openxmlformats.org/officeDocument/2006/relationships" id="259" r:id="R39c8e7cf07ae45a8"/>
    <p:sldId xmlns:r="http://schemas.openxmlformats.org/officeDocument/2006/relationships" id="260" r:id="Rf6347b25a019483d"/>
    <p:sldId xmlns:r="http://schemas.openxmlformats.org/officeDocument/2006/relationships" id="261" r:id="Rb0afc55909df45a5"/>
    <p:sldId xmlns:r="http://schemas.openxmlformats.org/officeDocument/2006/relationships" id="262" r:id="R7b5545cc02154f35"/>
    <p:sldId xmlns:r="http://schemas.openxmlformats.org/officeDocument/2006/relationships" id="263" r:id="Rc71fcf68093741f4"/>
    <p:sldId xmlns:r="http://schemas.openxmlformats.org/officeDocument/2006/relationships" id="264" r:id="R51e7c6328e1e4a9b"/>
    <p:sldId xmlns:r="http://schemas.openxmlformats.org/officeDocument/2006/relationships" id="265" r:id="R0a05357d0164477f"/>
    <p:sldId xmlns:r="http://schemas.openxmlformats.org/officeDocument/2006/relationships" id="266" r:id="R7032d0508a0543ae"/>
    <p:sldId xmlns:r="http://schemas.openxmlformats.org/officeDocument/2006/relationships" id="267" r:id="R80b91bc553e44ef4"/>
    <p:sldId xmlns:r="http://schemas.openxmlformats.org/officeDocument/2006/relationships" id="268" r:id="Rdd5c36820c4346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08faf46f749f0" /><Relationship Type="http://schemas.openxmlformats.org/officeDocument/2006/relationships/slideMaster" Target="/ppt/slideMasters/slideMaster1.xml" Id="R2778d9ae952b4d70" /><Relationship Type="http://schemas.openxmlformats.org/officeDocument/2006/relationships/notesMaster" Target="/ppt/notesMasters/notesMaster1.xml" Id="R0e1ac5635b664d9f" /><Relationship Type="http://schemas.openxmlformats.org/officeDocument/2006/relationships/presProps" Target="/ppt/presProps.xml" Id="R846ee539a886468c" /><Relationship Type="http://schemas.openxmlformats.org/officeDocument/2006/relationships/tableStyles" Target="/ppt/tableStyles.xml" Id="Rc7a67e5857044dff" /><Relationship Type="http://schemas.openxmlformats.org/officeDocument/2006/relationships/slide" Target="/ppt/slides/slide1.xml" Id="Rd9b94a43c84f4fcc" /><Relationship Type="http://schemas.openxmlformats.org/officeDocument/2006/relationships/slide" Target="/ppt/slides/slide2.xml" Id="R462269f959e64edf" /><Relationship Type="http://schemas.openxmlformats.org/officeDocument/2006/relationships/slide" Target="/ppt/slides/slide3.xml" Id="Ra3cd9e8819e64d29" /><Relationship Type="http://schemas.openxmlformats.org/officeDocument/2006/relationships/slide" Target="/ppt/slides/slide4.xml" Id="R39c8e7cf07ae45a8" /><Relationship Type="http://schemas.openxmlformats.org/officeDocument/2006/relationships/slide" Target="/ppt/slides/slide5.xml" Id="Rf6347b25a019483d" /><Relationship Type="http://schemas.openxmlformats.org/officeDocument/2006/relationships/slide" Target="/ppt/slides/slide6.xml" Id="Rb0afc55909df45a5" /><Relationship Type="http://schemas.openxmlformats.org/officeDocument/2006/relationships/slide" Target="/ppt/slides/slide7.xml" Id="R7b5545cc02154f35" /><Relationship Type="http://schemas.openxmlformats.org/officeDocument/2006/relationships/slide" Target="/ppt/slides/slide8.xml" Id="Rc71fcf68093741f4" /><Relationship Type="http://schemas.openxmlformats.org/officeDocument/2006/relationships/slide" Target="/ppt/slides/slide9.xml" Id="R51e7c6328e1e4a9b" /><Relationship Type="http://schemas.openxmlformats.org/officeDocument/2006/relationships/slide" Target="/ppt/slides/slide10.xml" Id="R0a05357d0164477f" /><Relationship Type="http://schemas.openxmlformats.org/officeDocument/2006/relationships/slide" Target="/ppt/slides/slide11.xml" Id="R7032d0508a0543ae" /><Relationship Type="http://schemas.openxmlformats.org/officeDocument/2006/relationships/slide" Target="/ppt/slides/slide12.xml" Id="R80b91bc553e44ef4" /><Relationship Type="http://schemas.openxmlformats.org/officeDocument/2006/relationships/slide" Target="/ppt/slides/slide13.xml" Id="Rdd5c36820c43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102eb12b36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5a1ec2fdd4276" /><Relationship Type="http://schemas.openxmlformats.org/officeDocument/2006/relationships/notesMaster" Target="/ppt/notesMasters/notesMaster1.xml" Id="Rb361e96d7b41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313740f034a29" /><Relationship Type="http://schemas.openxmlformats.org/officeDocument/2006/relationships/notesMaster" Target="/ppt/notesMasters/notesMaster1.xml" Id="Rd93c524878cd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3c2cfcc2c40fb" /><Relationship Type="http://schemas.openxmlformats.org/officeDocument/2006/relationships/notesMaster" Target="/ppt/notesMasters/notesMaster1.xml" Id="R77b788a42f5c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21b40b95c4037" /><Relationship Type="http://schemas.openxmlformats.org/officeDocument/2006/relationships/notesMaster" Target="/ppt/notesMasters/notesMaster1.xml" Id="Re22467e5738a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b11cfee470463b" /><Relationship Type="http://schemas.openxmlformats.org/officeDocument/2006/relationships/notesMaster" Target="/ppt/notesMasters/notesMaster1.xml" Id="R77453843ac3049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e0aa650e594cfc" /><Relationship Type="http://schemas.openxmlformats.org/officeDocument/2006/relationships/notesMaster" Target="/ppt/notesMasters/notesMaster1.xml" Id="R9c15f8d88aff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58641582047bd" /><Relationship Type="http://schemas.openxmlformats.org/officeDocument/2006/relationships/notesMaster" Target="/ppt/notesMasters/notesMaster1.xml" Id="R253afd835f49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3e052b9424fb2" /><Relationship Type="http://schemas.openxmlformats.org/officeDocument/2006/relationships/notesMaster" Target="/ppt/notesMasters/notesMaster1.xml" Id="R7e27a5ad0d4146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887b607f24419c" /><Relationship Type="http://schemas.openxmlformats.org/officeDocument/2006/relationships/notesMaster" Target="/ppt/notesMasters/notesMaster1.xml" Id="R1502ef8331464f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fc32b3773c4c64" /><Relationship Type="http://schemas.openxmlformats.org/officeDocument/2006/relationships/notesMaster" Target="/ppt/notesMasters/notesMaster1.xml" Id="R1bcfa2512fcb4c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13bcbd369443d0" /><Relationship Type="http://schemas.openxmlformats.org/officeDocument/2006/relationships/notesMaster" Target="/ppt/notesMasters/notesMaster1.xml" Id="R695cdf78aac94a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445f5736f9438f" /><Relationship Type="http://schemas.openxmlformats.org/officeDocument/2006/relationships/notesMaster" Target="/ppt/notesMasters/notesMaster1.xml" Id="Rccc7ab7df44941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98adbe9bc4498" /><Relationship Type="http://schemas.openxmlformats.org/officeDocument/2006/relationships/notesMaster" Target="/ppt/notesMasters/notesMaster1.xml" Id="Rf645df6d434c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f14a6022b47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c7c6469e841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a711d3e654e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02ed3ea8342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7cdb6689149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e0055539a40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664B2-1A12-4E45-8AFA-904988EB51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2683D5-D21E-4F54-97DB-A5DCAF0AA2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5E86B4-23CA-4209-99F5-79555C699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D48456-F730-4FFC-AFF2-11552714B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7DE601-88F4-48B5-8F91-47426A5F9C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2A8677-A7E3-4DD8-9304-3EC54AB7C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267ED8-26B3-4AE1-8E00-23A42582D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9FECB6-B3AF-4A22-810C-F46BA8B94E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793384-F114-4DE1-B55F-B66BF941E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8AF28F-3344-468A-BAC9-8715D25F9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7a2240f404945" /><Relationship Type="http://schemas.openxmlformats.org/officeDocument/2006/relationships/slideLayout" Target="/ppt/slideLayouts/slideLayout1.xml" Id="Rbe47d7514c9744bc" /><Relationship Type="http://schemas.openxmlformats.org/officeDocument/2006/relationships/slideLayout" Target="/ppt/slideLayouts/slideLayout2.xml" Id="Re40ef6ea99514c84" /><Relationship Type="http://schemas.openxmlformats.org/officeDocument/2006/relationships/slideLayout" Target="/ppt/slideLayouts/slideLayout3.xml" Id="Rca493c39018c4657" /><Relationship Type="http://schemas.openxmlformats.org/officeDocument/2006/relationships/slideLayout" Target="/ppt/slideLayouts/slideLayout4.xml" Id="Rb4747d7ab36a4746" /><Relationship Type="http://schemas.openxmlformats.org/officeDocument/2006/relationships/slideLayout" Target="/ppt/slideLayouts/slideLayout5.xml" Id="Rd4902673a6644052" /><Relationship Type="http://schemas.openxmlformats.org/officeDocument/2006/relationships/slideLayout" Target="/ppt/slideLayouts/slideLayout6.xml" Id="R09cb518e425f4e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7d7514c9744bc"/>
    <p:sldLayoutId xmlns:r="http://schemas.openxmlformats.org/officeDocument/2006/relationships" id="2147483650" r:id="Re40ef6ea99514c84"/>
    <p:sldLayoutId xmlns:r="http://schemas.openxmlformats.org/officeDocument/2006/relationships" id="2147483651" r:id="Rca493c39018c4657"/>
    <p:sldLayoutId xmlns:r="http://schemas.openxmlformats.org/officeDocument/2006/relationships" id="2147483652" r:id="Rb4747d7ab36a4746"/>
    <p:sldLayoutId xmlns:r="http://schemas.openxmlformats.org/officeDocument/2006/relationships" id="2147483653" r:id="Rd4902673a6644052"/>
    <p:sldLayoutId xmlns:r="http://schemas.openxmlformats.org/officeDocument/2006/relationships" id="2147483654" r:id="R09cb518e425f4e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4ff94eb9f484b" /><Relationship Type="http://schemas.openxmlformats.org/officeDocument/2006/relationships/notesSlide" Target="/ppt/notesSlides/notesSlide1.xml" Id="R070f0e45670c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693b363044774" /><Relationship Type="http://schemas.openxmlformats.org/officeDocument/2006/relationships/notesSlide" Target="/ppt/notesSlides/notesSlide2.xml" Id="Rbbdd9f110aae40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55671726e48ea" /><Relationship Type="http://schemas.openxmlformats.org/officeDocument/2006/relationships/notesSlide" Target="/ppt/notesSlides/notesSlide3.xml" Id="Rc478f165ea7840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cdf170a604b87" /><Relationship Type="http://schemas.openxmlformats.org/officeDocument/2006/relationships/notesSlide" Target="/ppt/notesSlides/notesSlide4.xml" Id="Rbff29fd25d58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c127588d94d83" /><Relationship Type="http://schemas.openxmlformats.org/officeDocument/2006/relationships/notesSlide" Target="/ppt/notesSlides/notesSlide5.xml" Id="Rdd2bd02e34604d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c1cf6b6a647cb" /><Relationship Type="http://schemas.openxmlformats.org/officeDocument/2006/relationships/notesSlide" Target="/ppt/notesSlides/notesSlide6.xml" Id="R7cf1d0fd360243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16406b7014107" /><Relationship Type="http://schemas.openxmlformats.org/officeDocument/2006/relationships/notesSlide" Target="/ppt/notesSlides/notesSlide7.xml" Id="R23480c3aea884f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0135525694fc8" /><Relationship Type="http://schemas.openxmlformats.org/officeDocument/2006/relationships/image" Target="/ppt/media/image.png" Id="R4d0200680ee64527" /><Relationship Type="http://schemas.openxmlformats.org/officeDocument/2006/relationships/notesSlide" Target="/ppt/notesSlides/notesSlide8.xml" Id="R24e194696355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8aa6cfcfa451b" /><Relationship Type="http://schemas.openxmlformats.org/officeDocument/2006/relationships/notesSlide" Target="/ppt/notesSlides/notesSlide9.xml" Id="Rce36a76d9f0c45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795c513f647b0" /><Relationship Type="http://schemas.openxmlformats.org/officeDocument/2006/relationships/image" Target="/ppt/media/image2.png" Id="Rd5f2c36745a144c9" /><Relationship Type="http://schemas.openxmlformats.org/officeDocument/2006/relationships/notesSlide" Target="/ppt/notesSlides/notesSlide10.xml" Id="Rd2d749f76abf4a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43ada19994e27" /><Relationship Type="http://schemas.openxmlformats.org/officeDocument/2006/relationships/notesSlide" Target="/ppt/notesSlides/notesSlide11.xml" Id="Rabc6c1524d0648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21804b9d34e81" /><Relationship Type="http://schemas.openxmlformats.org/officeDocument/2006/relationships/notesSlide" Target="/ppt/notesSlides/notesSlide12.xml" Id="R714d1e0e0a8e43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4ee4592fb45fe" /><Relationship Type="http://schemas.openxmlformats.org/officeDocument/2006/relationships/notesSlide" Target="/ppt/notesSlides/notesSlide13.xml" Id="Ra65cb7621f2a4c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70E6B-C312-4236-A696-43C2991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AROL telemetry report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C9873-B356-4833-9E05-F498D069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rPr>
              <a:t>Capping closure data, deterministic analytics and a scoped BOT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D4ED2-9F22-46EA-A6D9-C4079B1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rPr>
              <a:t>Software and Device Programming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284672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85F77-8469-4FD6-A7E6-ADE8359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33517-2182-489B-99DE-5B9E3F34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0BF94-7711-4C66-8F01-53DFAF6F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Load curated machine telemetry into a consistent event dataset.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4FA3C-A7CE-4EB9-97F5-14A61E0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Select analytical tools from a user question and generate a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25E95-FC7C-4403-AF2A-EBF5CF3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Show methods, data scope, limitations and evidence with each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36202-F5BB-454A-B282-D4D503C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Scope: torque and closure diagnostics</a:t>
            </a:r>
          </a:p>
        </p:txBody>
      </p:sp>
    </p:spTree>
    <p:extLst>
      <p:ext uri="{BB962C8B-B14F-4D97-AF65-F5344CB8AC3E}">
        <p14:creationId xmlns:p14="http://schemas.microsoft.com/office/powerpoint/2010/main" val="386322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58A8-54A6-4709-959F-6A4FD2E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Telemetry and event pool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1DC8-DB8B-467C-BE5C-3A6938B1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DC43E-6BB0-49A8-803D-9B4C69A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89 CSV files  ·  7,623,968 raw rows  ·  36 heads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14373-0544-4D86-9977-82B46CD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Each raw row provides timestamp, per-head counter, torque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6ADBA-EFB4-4C52-8EB3-82FBE9B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builder writes raw and observed-event Parquet partitions plus a manifest.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7A386-44AE-4032-90EC-6E5FFBE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manifest records 54,722,936 exact +1 observations across the pool.</a:t>
            </a:r>
          </a:p>
        </p:txBody>
      </p:sp>
    </p:spTree>
    <p:extLst>
      <p:ext uri="{BB962C8B-B14F-4D97-AF65-F5344CB8AC3E}">
        <p14:creationId xmlns:p14="http://schemas.microsoft.com/office/powerpoint/2010/main" val="693244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3E562-97DB-4698-977D-609E527D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Observed closure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4552-E734-4005-A241-B22864D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70CE-0656-429D-B73C-CE743979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Per head: compare the counter with its previous observation.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FA1C3-1DD5-4CDE-BE43-37A84D4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 change of exactly +1 emits one event with the new torque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EC810-450B-4293-9AB2-5BDA3BE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previous value carries across files: 667 boundary events were 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70CC5-E670-471B-8FBD-D6A31BF0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Jumps and decreases are measured; individual unseen closures are not invented.</a:t>
            </a:r>
          </a:p>
        </p:txBody>
      </p:sp>
    </p:spTree>
    <p:extLst>
      <p:ext uri="{BB962C8B-B14F-4D97-AF65-F5344CB8AC3E}">
        <p14:creationId xmlns:p14="http://schemas.microsoft.com/office/powerpoint/2010/main" val="1879936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33852-2F79-4D7A-83F8-2F2B565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C1C15-6CD1-4EE1-8A83-07E2998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7FA11-669C-4301-8FC0-60541DF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Offline pool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9FDE6-050D-4BBA-8AE5-556E473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CSV readings  →  validation  →  counter check  →  Parquet + manifest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20B66-7B79-40D2-9168-F0F1E4F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Question and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B836C-D033-4035-9417-27B346F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CLI query  →  planner  →  scoped source  →  registered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46572-CC00-4E26-8CDD-48A6863D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Tool results  →  report + trace + optional figures</a:t>
            </a:r>
          </a:p>
        </p:txBody>
      </p:sp>
    </p:spTree>
    <p:extLst>
      <p:ext uri="{BB962C8B-B14F-4D97-AF65-F5344CB8AC3E}">
        <p14:creationId xmlns:p14="http://schemas.microsoft.com/office/powerpoint/2010/main" val="914278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B77AB-FE43-422B-89F4-5519E9B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Deterministic analysis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58C11-8248-4A19-A75E-6A66B34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484AE-4DF9-42AA-A95A-AD4CB84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Torque: statistics, histogram, trailing mean, anomaly flags and head pairing.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6683C-330A-4A51-BD88-E5F3A66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KPIs: explicit cap-present success, per-head comparison and time buckets.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6504-3753-41BE-B123-44085CC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Machine-wide No Load: consecutive raw readings on every head.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F9259-5625-4482-9D94-6664AF4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Reported rates and flags describe observations; they do not prove cause.</a:t>
            </a:r>
          </a:p>
        </p:txBody>
      </p:sp>
    </p:spTree>
    <p:extLst>
      <p:ext uri="{BB962C8B-B14F-4D97-AF65-F5344CB8AC3E}">
        <p14:creationId xmlns:p14="http://schemas.microsoft.com/office/powerpoint/2010/main" val="1160865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BB366-D323-477F-9835-73CBC202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Agent decision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6759E-F847-413D-8D38-4F3C91E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156F4-07D4-4025-A09E-B00C2491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rules planner maps supported phrasing to registered tools and filters.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48C15-7B5F-4F3D-B680-46C7484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source reads the selected machine, heads and requested time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EB3E0-1B4B-446A-93A2-9C8F7DD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Tools calculate results; report templates describe the result and its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E8711-E27A-4BA3-A47A-759F836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Ambiguous requests stop for clarification without calling analysis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951F-63E5-4C4C-AF79-09A038F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Optional Ollama routing validates a model proposal against the same scope.</a:t>
            </a:r>
          </a:p>
        </p:txBody>
      </p:sp>
    </p:spTree>
    <p:extLst>
      <p:ext uri="{BB962C8B-B14F-4D97-AF65-F5344CB8AC3E}">
        <p14:creationId xmlns:p14="http://schemas.microsoft.com/office/powerpoint/2010/main" val="1045125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B3755-4A84-4A7E-BCE9-5B8B45C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Sample torque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DD549-FB56-4F7E-A6CA-FC90CB9F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2469F-6354-401C-B366-CF14069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A synthetic two-file pool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A59E8-2ADC-4815-B451-03DBC960E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00680ee64527"/>
          <a:stretch xmlns:a="http://schemas.openxmlformats.org/drawingml/2006/main"/>
        </p:blipFill>
        <p:spPr>
          <a:xfrm xmlns:a="http://schemas.openxmlformats.org/drawingml/2006/main">
            <a:off x="4238625" y="1666875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2E5AE-0E40-4DC6-BF68-C16232A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histogram plots the bin edges and counts returned by the 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17E61-4FBA-41F2-BABD-8E3C856A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same report gives sample size, mean, spread and threshold caveats.</a:t>
            </a:r>
          </a:p>
        </p:txBody>
      </p:sp>
    </p:spTree>
    <p:extLst>
      <p:ext uri="{BB962C8B-B14F-4D97-AF65-F5344CB8AC3E}">
        <p14:creationId xmlns:p14="http://schemas.microsoft.com/office/powerpoint/2010/main" val="337011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57864-8B62-4AC9-8CEA-70B6618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Success-rate denominators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09733-969A-45E9-A5C2-D6192E7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025F5-D19E-4475-9DD4-0155DCE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H05, one 12-hour window on the supplied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ECE95-A459-4A01-8995-B93BFD6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13,167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F0590-C16B-4575-8C68-A0D14167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observed exact +1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A1DAA-B85A-42BD-B518-1A53279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7,575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08852-C090-47AA-9E2B-10192576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47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confirmed cap-present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04690-2DE6-4CCB-BCDE-98B5D96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5,592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FAC61-84DA-4FE3-92A3-9B5825AD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No Load class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DDBFA-EDCC-4A0E-B06A-DD3BB2B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Cap-present success: 7,575 / 7,575 = 100% in this scope.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171E5-9EE1-4CDF-92DB-D8BB4CF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Status-0 as a fraction of all observed events: 57.53%. Each report labels its denominator.</a:t>
            </a:r>
          </a:p>
        </p:txBody>
      </p:sp>
    </p:spTree>
    <p:extLst>
      <p:ext uri="{BB962C8B-B14F-4D97-AF65-F5344CB8AC3E}">
        <p14:creationId xmlns:p14="http://schemas.microsoft.com/office/powerpoint/2010/main" val="1523070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69C25-4347-4E77-B935-7987680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All-head No Load intervals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62DE-251B-42F1-9BC5-7CA7761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FC89A-1E09-43CF-B38C-9A60BB6BE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2c36745a144c9"/>
          <a:stretch xmlns:a="http://schemas.openxmlformats.org/drawingml/2006/main"/>
        </p:blipFill>
        <p:spPr>
          <a:xfrm xmlns:a="http://schemas.openxmlformats.org/drawingml/2006/main">
            <a:off x="4000500" y="1762125"/>
            <a:ext cx="74295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C70B-120D-4162-82BD-71DCBD03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Synthetic example: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8ED1-83EF-4E27-B43A-5F33E37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310 consecutive seconds with No Load on both heads.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8EE53-75E3-4863-B516-AEDDEDB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Gaps and repeated timestamps break a run. A status pattern alone cannot confirm downtime.</a:t>
            </a:r>
          </a:p>
        </p:txBody>
      </p:sp>
    </p:spTree>
    <p:extLst>
      <p:ext uri="{BB962C8B-B14F-4D97-AF65-F5344CB8AC3E}">
        <p14:creationId xmlns:p14="http://schemas.microsoft.com/office/powerpoint/2010/main" val="1938559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FC02-8460-4B9E-A8E8-A9650CF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B865-2D7F-4E52-A8B0-026C30E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AEF9F-69C1-4D6F-9319-73913F8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Uploaded source snapshot: 856 tests passed; 4 standalone-repo tests skipped.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65502-4B8F-4CDF-8802-B02F358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Controlled question set: 28 of 28 cases passed in the prior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1E7D0-F8E9-40F6-AFC0-0AE2826E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Planted torque labels: 4 detected, 1 missed, and 0 false positives.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39C0C-9133-4A80-A20B-32AE0C9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 scoped live Qwen request matched the independent torque calculation.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6F7A8-B7EE-480F-A9B4-5ECCB4F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rPr>
              <a:t>Controlled results do not estimate reliability on arbitrary questions or physical faults.</a:t>
            </a:r>
          </a:p>
        </p:txBody>
      </p:sp>
    </p:spTree>
    <p:extLst>
      <p:ext uri="{BB962C8B-B14F-4D97-AF65-F5344CB8AC3E}">
        <p14:creationId xmlns:p14="http://schemas.microsoft.com/office/powerpoint/2010/main" val="1806830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0C649-00C3-4AF9-9B4E-30FE888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7EE6C-7535-46FA-A387-DEDB8EB5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0485A-1FD8-4030-8F2B-D468ECD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1. Select the completed local pool manifest.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52A84-29DC-4CBA-853E-8E0A2DF5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2. Ask for torque statistics and a histogram in a bounded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E0E88-82A1-49CF-9027-95FA963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3. Ask for a per-head KPI or an hourly rate as a second report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B56B0-E1B4-44DA-9780-075C25AB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4. Open the Markdown reports, PNGs and JSON tool-call traces.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BFBB-E455-4C6F-B090-EE59B4E6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Run from a clean checkout; keep original telemetry under ignored data/.</a:t>
            </a:r>
          </a:p>
        </p:txBody>
      </p:sp>
    </p:spTree>
    <p:extLst>
      <p:ext uri="{BB962C8B-B14F-4D97-AF65-F5344CB8AC3E}">
        <p14:creationId xmlns:p14="http://schemas.microsoft.com/office/powerpoint/2010/main" val="918343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0961D-7494-426B-96DA-EF49C6F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Interpretation and next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01189-8279-4B27-A812-E9EED8B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EE20-26F0-4C88-AA84-ECB8010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Counter jumps leave unknown individual closures. Duplicate raw rows remain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044BF-4967-4E72-8B1E-4D7DD80D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No Load and zero observed events need operating context before a downtime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4316-5A25-4087-8D95-5E9A33B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Torque limits and failure definitions require process-owner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CDD7-58F2-4332-9AA8-A7AC2A3A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agent reports evidence and traceable tool choices; it does not diagnose physical causes.</a:t>
            </a:r>
          </a:p>
        </p:txBody>
      </p:sp>
    </p:spTree>
    <p:extLst>
      <p:ext uri="{BB962C8B-B14F-4D97-AF65-F5344CB8AC3E}">
        <p14:creationId xmlns:p14="http://schemas.microsoft.com/office/powerpoint/2010/main" val="900055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2026-10-08T17:56:31.0480000Z</dcterms:created>
  <dcterms:modified xsi:type="dcterms:W3CDTF">2026-10-08T17:56:31.0480000Z</dcterms:modified>
</coreProperties>
</file>